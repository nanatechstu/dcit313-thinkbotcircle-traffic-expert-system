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41" d="100"/>
          <a:sy n="41" d="100"/>
        </p:scale>
        <p:origin x="72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2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8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31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10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0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0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2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1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0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5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6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91C9B-7D7D-56E0-216A-7F9C345D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7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DD4A0-23C7-11FD-3F42-3F2B357BE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30841"/>
            <a:ext cx="9331569" cy="960120"/>
          </a:xfrm>
        </p:spPr>
        <p:txBody>
          <a:bodyPr anchor="ctr">
            <a:noAutofit/>
          </a:bodyPr>
          <a:lstStyle/>
          <a:p>
            <a:pPr algn="l"/>
            <a:r>
              <a:rPr lang="en-US" sz="2800" u="sng" dirty="0"/>
              <a:t>Adaptive Traffic Signal Control Expert System: </a:t>
            </a:r>
            <a:r>
              <a:rPr lang="en-US" sz="2800" dirty="0"/>
              <a:t>Improving traffic flow using intelligent decision-making</a:t>
            </a:r>
            <a:br>
              <a:rPr lang="en-US" sz="2800" dirty="0"/>
            </a:br>
            <a:endParaRPr lang="en-US" sz="28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9BEA2-D067-5B67-E8A3-E423F8BAA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7108" y="5795685"/>
            <a:ext cx="2899819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 dirty="0"/>
              <a:t>By Group 21 – </a:t>
            </a:r>
            <a:r>
              <a:rPr lang="en-US" sz="1900" b="1" dirty="0" err="1"/>
              <a:t>ThinkBot</a:t>
            </a:r>
            <a:r>
              <a:rPr lang="en-US" sz="1900" b="1" dirty="0"/>
              <a:t> Circle</a:t>
            </a:r>
          </a:p>
        </p:txBody>
      </p:sp>
    </p:spTree>
    <p:extLst>
      <p:ext uri="{BB962C8B-B14F-4D97-AF65-F5344CB8AC3E}">
        <p14:creationId xmlns:p14="http://schemas.microsoft.com/office/powerpoint/2010/main" val="289756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4C8C-C77F-88DC-BB54-04323321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2E7D-4CB4-87D4-5410-4279AD98B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Content:</a:t>
            </a:r>
            <a:endParaRPr lang="en-US" dirty="0"/>
          </a:p>
          <a:p>
            <a:pPr lvl="1"/>
            <a:r>
              <a:rPr lang="en-US" dirty="0"/>
              <a:t>Develop an </a:t>
            </a:r>
            <a:r>
              <a:rPr lang="en-US" b="1" dirty="0"/>
              <a:t>Expert System</a:t>
            </a:r>
            <a:r>
              <a:rPr lang="en-US" dirty="0"/>
              <a:t> to control traffic lights intelligently</a:t>
            </a:r>
          </a:p>
          <a:p>
            <a:pPr lvl="1"/>
            <a:r>
              <a:rPr lang="en-US" dirty="0"/>
              <a:t>Focus on </a:t>
            </a:r>
            <a:r>
              <a:rPr lang="en-US" b="1" dirty="0"/>
              <a:t>University of Ghana, Accra traffic conditions</a:t>
            </a:r>
            <a:endParaRPr lang="en-US" dirty="0"/>
          </a:p>
          <a:p>
            <a:pPr lvl="1"/>
            <a:r>
              <a:rPr lang="en-US" dirty="0"/>
              <a:t>System adapts based on:</a:t>
            </a:r>
          </a:p>
          <a:p>
            <a:pPr lvl="2"/>
            <a:r>
              <a:rPr lang="en-US" dirty="0"/>
              <a:t>Traffic density</a:t>
            </a:r>
          </a:p>
          <a:p>
            <a:pPr lvl="2"/>
            <a:r>
              <a:rPr lang="en-US" dirty="0"/>
              <a:t>Weather conditions</a:t>
            </a:r>
          </a:p>
          <a:p>
            <a:pPr lvl="2"/>
            <a:r>
              <a:rPr lang="en-US" dirty="0"/>
              <a:t>Time of day</a:t>
            </a:r>
          </a:p>
          <a:p>
            <a:pPr lvl="2"/>
            <a:r>
              <a:rPr lang="en-US" dirty="0"/>
              <a:t>Pedestrians, etc.</a:t>
            </a:r>
          </a:p>
          <a:p>
            <a:pPr marL="0" indent="0">
              <a:buNone/>
            </a:pPr>
            <a:r>
              <a:rPr lang="en-US" b="1" dirty="0"/>
              <a:t>Key Goal: </a:t>
            </a:r>
            <a:r>
              <a:rPr lang="en-US" dirty="0"/>
              <a:t>The system uses </a:t>
            </a:r>
            <a:r>
              <a:rPr lang="en-US" b="1" dirty="0"/>
              <a:t>rule-based decision making</a:t>
            </a:r>
            <a:r>
              <a:rPr lang="en-US" dirty="0"/>
              <a:t> to -</a:t>
            </a:r>
          </a:p>
          <a:p>
            <a:pPr lvl="1"/>
            <a:r>
              <a:rPr lang="en-US" dirty="0"/>
              <a:t>Reduce congestion </a:t>
            </a:r>
          </a:p>
          <a:p>
            <a:pPr lvl="1"/>
            <a:r>
              <a:rPr lang="en-US" dirty="0"/>
              <a:t>Improve road safety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81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FC2E-AB48-4692-2E12-0EA1C09A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Acquisition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7CA8-9757-D496-4637-A3F59E780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“How would a human traffic officer think?”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Research:</a:t>
            </a:r>
            <a:endParaRPr lang="en-US" dirty="0"/>
          </a:p>
          <a:p>
            <a:r>
              <a:rPr lang="en-US" dirty="0"/>
              <a:t>Ghana Highway Code manual (road markings, signs, etc.)</a:t>
            </a:r>
          </a:p>
          <a:p>
            <a:r>
              <a:rPr lang="en-US" dirty="0"/>
              <a:t>Motor Traffic &amp; Transport Department website guidelines</a:t>
            </a:r>
          </a:p>
          <a:p>
            <a:r>
              <a:rPr lang="en-US" dirty="0"/>
              <a:t>National Road Safety Authority recommendations</a:t>
            </a:r>
          </a:p>
          <a:p>
            <a:r>
              <a:rPr lang="en-US" dirty="0"/>
              <a:t>Real-life traffic problems in Accra reported on news websites</a:t>
            </a:r>
          </a:p>
          <a:p>
            <a:r>
              <a:rPr lang="en-US" dirty="0"/>
              <a:t>Monitored expert reasoning (traffic officer decisions around the University roads)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7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C418-098A-9FBE-273F-3F2FE79C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summary of our System Logic (Pseudocode)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E07C76-567F-8E8F-C630-36EF60133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202" y="1723937"/>
            <a:ext cx="7813355" cy="458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2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1556-4DB5-FF25-1BAE-B5723570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Main code in operation from 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291B-C18F-3F0F-B287-9F58D4ADF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modular design makes the system easy to maintain and extend. The results comes from when the Expert System:</a:t>
            </a:r>
          </a:p>
          <a:p>
            <a:pPr marL="457200" indent="-457200">
              <a:buAutoNum type="arabicPeriod"/>
            </a:pPr>
            <a:r>
              <a:rPr lang="en-US" b="1" dirty="0"/>
              <a:t>Collects inputs</a:t>
            </a:r>
          </a:p>
          <a:p>
            <a:pPr marL="457200" indent="-457200">
              <a:buAutoNum type="arabicPeriod"/>
            </a:pPr>
            <a:r>
              <a:rPr lang="en-US" b="1" dirty="0"/>
              <a:t>Sends to Prolog</a:t>
            </a:r>
          </a:p>
          <a:p>
            <a:pPr marL="457200" indent="-457200">
              <a:buAutoNum type="arabicPeriod"/>
            </a:pPr>
            <a:r>
              <a:rPr lang="en-US" b="1" dirty="0"/>
              <a:t>Prolog then:</a:t>
            </a:r>
            <a:br>
              <a:rPr lang="en-US" dirty="0"/>
            </a:br>
            <a:r>
              <a:rPr lang="en-US" dirty="0"/>
              <a:t>- Matches rules</a:t>
            </a:r>
            <a:br>
              <a:rPr lang="en-US" dirty="0"/>
            </a:br>
            <a:r>
              <a:rPr lang="en-US" dirty="0"/>
              <a:t>- Resolves conflicts</a:t>
            </a:r>
            <a:br>
              <a:rPr lang="en-US" dirty="0"/>
            </a:br>
            <a:r>
              <a:rPr lang="en-US" dirty="0"/>
              <a:t>- Returns actions</a:t>
            </a:r>
          </a:p>
          <a:p>
            <a:pPr marL="457200" indent="-457200">
              <a:buAutoNum type="arabicPeriod"/>
            </a:pPr>
            <a:r>
              <a:rPr lang="en-US" b="1" dirty="0"/>
              <a:t>Python Prints the results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8BD1660D-1222-7512-F35F-5EDCE2604AEC}"/>
              </a:ext>
            </a:extLst>
          </p:cNvPr>
          <p:cNvSpPr/>
          <p:nvPr/>
        </p:nvSpPr>
        <p:spPr>
          <a:xfrm>
            <a:off x="11488615" y="6309360"/>
            <a:ext cx="422031" cy="37279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C33D-F192-4FD9-D4DA-3BD5CE4B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 (System Features &amp; Strengths)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56DD-D741-5B26-0E5A-51E6BB405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we’ve covered:</a:t>
            </a:r>
            <a:endParaRPr lang="en-US" dirty="0"/>
          </a:p>
          <a:p>
            <a:r>
              <a:rPr lang="en-US" dirty="0"/>
              <a:t>Real-time adaptive decisions</a:t>
            </a:r>
          </a:p>
          <a:p>
            <a:r>
              <a:rPr lang="en-US" dirty="0"/>
              <a:t>Safety-focused (pedestrians + weather)</a:t>
            </a:r>
          </a:p>
          <a:p>
            <a:r>
              <a:rPr lang="en-US" dirty="0"/>
              <a:t>Scalable (more rules can be added)</a:t>
            </a:r>
          </a:p>
          <a:p>
            <a:r>
              <a:rPr lang="en-US" dirty="0"/>
              <a:t>All using AI concept of Expert Systems and Knowledge Base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20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698B-428A-735C-A053-63CDE829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End Credits of </a:t>
            </a:r>
            <a:r>
              <a:rPr lang="en-US" b="0" dirty="0" err="1"/>
              <a:t>ThinkBot</a:t>
            </a:r>
            <a:r>
              <a:rPr lang="en-US" b="0" dirty="0"/>
              <a:t> Circle 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7AD18-9284-F5B5-7720-1EF1580B7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Nana Adwoa </a:t>
            </a:r>
            <a:r>
              <a:rPr lang="en-US" dirty="0" err="1"/>
              <a:t>Aforo</a:t>
            </a:r>
            <a:r>
              <a:rPr lang="en-US" dirty="0"/>
              <a:t> Osei [Project Manager]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Bilson Priscilla </a:t>
            </a:r>
            <a:r>
              <a:rPr lang="en-US" dirty="0" err="1"/>
              <a:t>Essirifua</a:t>
            </a:r>
            <a:r>
              <a:rPr lang="en-US" dirty="0"/>
              <a:t> [Knowledge Engineer]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Adu Selina Odoi [Knowledge Engineer]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Adwoa Pokua [Programmer]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Aryee Emerald [Programmer]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Elliot Elorm </a:t>
            </a:r>
            <a:r>
              <a:rPr lang="en-US" dirty="0" err="1"/>
              <a:t>Nutsuakor</a:t>
            </a:r>
            <a:r>
              <a:rPr lang="en-US" dirty="0"/>
              <a:t> [Programmer]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Stephen Edem Kwame Doe-</a:t>
            </a:r>
            <a:r>
              <a:rPr lang="en-US" dirty="0" err="1"/>
              <a:t>lawson</a:t>
            </a:r>
            <a:r>
              <a:rPr lang="en-US" dirty="0"/>
              <a:t> [Programmer]</a:t>
            </a:r>
          </a:p>
        </p:txBody>
      </p:sp>
    </p:spTree>
    <p:extLst>
      <p:ext uri="{BB962C8B-B14F-4D97-AF65-F5344CB8AC3E}">
        <p14:creationId xmlns:p14="http://schemas.microsoft.com/office/powerpoint/2010/main" val="81625100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299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Adaptive Traffic Signal Control Expert System: Improving traffic flow using intelligent decision-making </vt:lpstr>
      <vt:lpstr>Our Idea</vt:lpstr>
      <vt:lpstr>Knowledge Acquisition </vt:lpstr>
      <vt:lpstr>A summary of our System Logic (Pseudocode)</vt:lpstr>
      <vt:lpstr>Our Main code in operation from the controller</vt:lpstr>
      <vt:lpstr>Final Thoughts (System Features &amp; Strengths)</vt:lpstr>
      <vt:lpstr>End Credits of ThinkBot Circle Team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Seddoh, Delali</dc:creator>
  <cp:lastModifiedBy>Seddoh, Delali</cp:lastModifiedBy>
  <cp:revision>9</cp:revision>
  <dcterms:created xsi:type="dcterms:W3CDTF">2026-03-17T11:19:02Z</dcterms:created>
  <dcterms:modified xsi:type="dcterms:W3CDTF">2026-03-17T13:08:04Z</dcterms:modified>
</cp:coreProperties>
</file>